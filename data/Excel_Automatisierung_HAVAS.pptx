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embeddedFontLst>
    <p:embeddedFont>
      <p:font typeface="Inter" panose="020B0604020202020204" charset="0"/>
      <p:regular r:id="rId8"/>
      <p:bold r:id="rId9"/>
      <p:italic r:id="rId10"/>
      <p:boldItalic r:id="rId11"/>
    </p:embeddedFont>
    <p:embeddedFont>
      <p:font typeface="Inter Medium" panose="020B0604020202020204" charset="0"/>
      <p:regular r:id="rId12"/>
      <p:bold r:id="rId13"/>
      <p:italic r:id="rId14"/>
      <p:boldItalic r:id="rId15"/>
    </p:embeddedFont>
    <p:embeddedFont>
      <p:font typeface="Inter SemiBold" panose="020B0604020202020204" charset="0"/>
      <p:regular r:id="rId16"/>
      <p:bold r:id="rId17"/>
      <p:italic r:id="rId18"/>
      <p:boldItalic r:id="rId19"/>
    </p:embeddedFont>
    <p:embeddedFont>
      <p:font typeface="Urbanist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E0C2C2-0ED4-4077-8DFE-2873286A0EA6}" v="30" dt="2026-05-27T08:07:15.3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font" Target="fonts/font16.fntdata"/><Relationship Id="rId28" Type="http://schemas.microsoft.com/office/2016/11/relationships/changesInfo" Target="changesInfos/changesInfo1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 Sick" userId="e5964b3a64250e78" providerId="LiveId" clId="{A3C554FE-BAFA-4BB7-B567-C6D44DB1C111}"/>
    <pc:docChg chg="undo custSel addSld modSld">
      <pc:chgData name="Stefan Sick" userId="e5964b3a64250e78" providerId="LiveId" clId="{A3C554FE-BAFA-4BB7-B567-C6D44DB1C111}" dt="2026-05-27T08:10:17.639" v="257" actId="1076"/>
      <pc:docMkLst>
        <pc:docMk/>
      </pc:docMkLst>
      <pc:sldChg chg="addSp modSp mod modNotes">
        <pc:chgData name="Stefan Sick" userId="e5964b3a64250e78" providerId="LiveId" clId="{A3C554FE-BAFA-4BB7-B567-C6D44DB1C111}" dt="2026-05-27T07:48:30.809" v="176" actId="2711"/>
        <pc:sldMkLst>
          <pc:docMk/>
          <pc:sldMk cId="0" sldId="257"/>
        </pc:sldMkLst>
        <pc:spChg chg="add">
          <ac:chgData name="Stefan Sick" userId="e5964b3a64250e78" providerId="LiveId" clId="{A3C554FE-BAFA-4BB7-B567-C6D44DB1C111}" dt="2026-05-27T07:34:47.337" v="30"/>
          <ac:spMkLst>
            <pc:docMk/>
            <pc:sldMk cId="0" sldId="257"/>
            <ac:spMk id="2" creationId="{B4B5189C-AC45-20A9-47B6-73C2B935CB62}"/>
          </ac:spMkLst>
        </pc:spChg>
        <pc:spChg chg="add">
          <ac:chgData name="Stefan Sick" userId="e5964b3a64250e78" providerId="LiveId" clId="{A3C554FE-BAFA-4BB7-B567-C6D44DB1C111}" dt="2026-05-27T07:43:32.487" v="114"/>
          <ac:spMkLst>
            <pc:docMk/>
            <pc:sldMk cId="0" sldId="257"/>
            <ac:spMk id="3" creationId="{5AB4CD8E-7B8D-FEC8-A9D8-1E5C1AC898EE}"/>
          </ac:spMkLst>
        </pc:spChg>
        <pc:spChg chg="mod">
          <ac:chgData name="Stefan Sick" userId="e5964b3a64250e78" providerId="LiveId" clId="{A3C554FE-BAFA-4BB7-B567-C6D44DB1C111}" dt="2026-05-27T07:48:30.809" v="176" actId="2711"/>
          <ac:spMkLst>
            <pc:docMk/>
            <pc:sldMk cId="0" sldId="257"/>
            <ac:spMk id="93" creationId="{00000000-0000-0000-0000-000000000000}"/>
          </ac:spMkLst>
        </pc:spChg>
        <pc:spChg chg="mod">
          <ac:chgData name="Stefan Sick" userId="e5964b3a64250e78" providerId="LiveId" clId="{A3C554FE-BAFA-4BB7-B567-C6D44DB1C111}" dt="2026-05-27T07:38:31.134" v="55"/>
          <ac:spMkLst>
            <pc:docMk/>
            <pc:sldMk cId="0" sldId="257"/>
            <ac:spMk id="95" creationId="{00000000-0000-0000-0000-000000000000}"/>
          </ac:spMkLst>
        </pc:spChg>
        <pc:spChg chg="mod">
          <ac:chgData name="Stefan Sick" userId="e5964b3a64250e78" providerId="LiveId" clId="{A3C554FE-BAFA-4BB7-B567-C6D44DB1C111}" dt="2026-05-27T07:45:00.519" v="161" actId="113"/>
          <ac:spMkLst>
            <pc:docMk/>
            <pc:sldMk cId="0" sldId="257"/>
            <ac:spMk id="96" creationId="{00000000-0000-0000-0000-000000000000}"/>
          </ac:spMkLst>
        </pc:spChg>
        <pc:spChg chg="mod">
          <ac:chgData name="Stefan Sick" userId="e5964b3a64250e78" providerId="LiveId" clId="{A3C554FE-BAFA-4BB7-B567-C6D44DB1C111}" dt="2026-05-27T07:36:58.481" v="49"/>
          <ac:spMkLst>
            <pc:docMk/>
            <pc:sldMk cId="0" sldId="257"/>
            <ac:spMk id="97" creationId="{00000000-0000-0000-0000-000000000000}"/>
          </ac:spMkLst>
        </pc:spChg>
        <pc:spChg chg="mod">
          <ac:chgData name="Stefan Sick" userId="e5964b3a64250e78" providerId="LiveId" clId="{A3C554FE-BAFA-4BB7-B567-C6D44DB1C111}" dt="2026-05-27T07:45:57.361" v="170" actId="113"/>
          <ac:spMkLst>
            <pc:docMk/>
            <pc:sldMk cId="0" sldId="257"/>
            <ac:spMk id="98" creationId="{00000000-0000-0000-0000-000000000000}"/>
          </ac:spMkLst>
        </pc:spChg>
        <pc:picChg chg="mod">
          <ac:chgData name="Stefan Sick" userId="e5964b3a64250e78" providerId="LiveId" clId="{A3C554FE-BAFA-4BB7-B567-C6D44DB1C111}" dt="2026-05-27T07:37:14.799" v="51" actId="1076"/>
          <ac:picMkLst>
            <pc:docMk/>
            <pc:sldMk cId="0" sldId="257"/>
            <ac:picMk id="92" creationId="{00000000-0000-0000-0000-000000000000}"/>
          </ac:picMkLst>
        </pc:picChg>
      </pc:sldChg>
      <pc:sldChg chg="addSp delSp modSp mod modNotes">
        <pc:chgData name="Stefan Sick" userId="e5964b3a64250e78" providerId="LiveId" clId="{A3C554FE-BAFA-4BB7-B567-C6D44DB1C111}" dt="2026-05-27T08:08:35.770" v="254" actId="478"/>
        <pc:sldMkLst>
          <pc:docMk/>
          <pc:sldMk cId="0" sldId="258"/>
        </pc:sldMkLst>
        <pc:spChg chg="add">
          <ac:chgData name="Stefan Sick" userId="e5964b3a64250e78" providerId="LiveId" clId="{A3C554FE-BAFA-4BB7-B567-C6D44DB1C111}" dt="2026-05-27T07:24:24.184" v="4"/>
          <ac:spMkLst>
            <pc:docMk/>
            <pc:sldMk cId="0" sldId="258"/>
            <ac:spMk id="2" creationId="{2EB267C5-B42F-F285-1A38-7BBBE96AB1E8}"/>
          </ac:spMkLst>
        </pc:spChg>
        <pc:spChg chg="add mod">
          <ac:chgData name="Stefan Sick" userId="e5964b3a64250e78" providerId="LiveId" clId="{A3C554FE-BAFA-4BB7-B567-C6D44DB1C111}" dt="2026-05-27T07:24:37.018" v="6"/>
          <ac:spMkLst>
            <pc:docMk/>
            <pc:sldMk cId="0" sldId="258"/>
            <ac:spMk id="3" creationId="{07D30609-A57B-92DA-622D-7243C0914FE0}"/>
          </ac:spMkLst>
        </pc:spChg>
        <pc:spChg chg="add">
          <ac:chgData name="Stefan Sick" userId="e5964b3a64250e78" providerId="LiveId" clId="{A3C554FE-BAFA-4BB7-B567-C6D44DB1C111}" dt="2026-05-27T07:24:44.257" v="9"/>
          <ac:spMkLst>
            <pc:docMk/>
            <pc:sldMk cId="0" sldId="258"/>
            <ac:spMk id="4" creationId="{BDDD1930-0FE5-D136-6B3E-81AA58D69517}"/>
          </ac:spMkLst>
        </pc:spChg>
        <pc:spChg chg="add">
          <ac:chgData name="Stefan Sick" userId="e5964b3a64250e78" providerId="LiveId" clId="{A3C554FE-BAFA-4BB7-B567-C6D44DB1C111}" dt="2026-05-27T07:26:19.744" v="20"/>
          <ac:spMkLst>
            <pc:docMk/>
            <pc:sldMk cId="0" sldId="258"/>
            <ac:spMk id="5" creationId="{27907ED0-C7CC-E5AE-BFE4-BB44A7FB2AE0}"/>
          </ac:spMkLst>
        </pc:spChg>
        <pc:spChg chg="add mod">
          <ac:chgData name="Stefan Sick" userId="e5964b3a64250e78" providerId="LiveId" clId="{A3C554FE-BAFA-4BB7-B567-C6D44DB1C111}" dt="2026-05-27T08:08:11.766" v="249" actId="255"/>
          <ac:spMkLst>
            <pc:docMk/>
            <pc:sldMk cId="0" sldId="258"/>
            <ac:spMk id="8" creationId="{5848084B-E14C-97D2-8034-148F978919A8}"/>
          </ac:spMkLst>
        </pc:spChg>
        <pc:spChg chg="add mod">
          <ac:chgData name="Stefan Sick" userId="e5964b3a64250e78" providerId="LiveId" clId="{A3C554FE-BAFA-4BB7-B567-C6D44DB1C111}" dt="2026-05-27T08:08:28.611" v="252" actId="108"/>
          <ac:spMkLst>
            <pc:docMk/>
            <pc:sldMk cId="0" sldId="258"/>
            <ac:spMk id="9" creationId="{1122FCFC-B1AD-C9E6-3E45-4796AE66354C}"/>
          </ac:spMkLst>
        </pc:spChg>
        <pc:spChg chg="add mod">
          <ac:chgData name="Stefan Sick" userId="e5964b3a64250e78" providerId="LiveId" clId="{A3C554FE-BAFA-4BB7-B567-C6D44DB1C111}" dt="2026-05-27T08:08:32.239" v="253" actId="108"/>
          <ac:spMkLst>
            <pc:docMk/>
            <pc:sldMk cId="0" sldId="258"/>
            <ac:spMk id="10" creationId="{EA5B4FCA-34D8-0227-38FB-5B9B3B00AF85}"/>
          </ac:spMkLst>
        </pc:spChg>
        <pc:spChg chg="add del mod">
          <ac:chgData name="Stefan Sick" userId="e5964b3a64250e78" providerId="LiveId" clId="{A3C554FE-BAFA-4BB7-B567-C6D44DB1C111}" dt="2026-05-27T08:08:35.770" v="254" actId="478"/>
          <ac:spMkLst>
            <pc:docMk/>
            <pc:sldMk cId="0" sldId="258"/>
            <ac:spMk id="16" creationId="{6DA34FA2-7E49-82FE-5A4A-F8B7E7F8644D}"/>
          </ac:spMkLst>
        </pc:spChg>
        <pc:spChg chg="mod">
          <ac:chgData name="Stefan Sick" userId="e5964b3a64250e78" providerId="LiveId" clId="{A3C554FE-BAFA-4BB7-B567-C6D44DB1C111}" dt="2026-05-27T07:23:58.906" v="1" actId="12"/>
          <ac:spMkLst>
            <pc:docMk/>
            <pc:sldMk cId="0" sldId="258"/>
            <ac:spMk id="108" creationId="{00000000-0000-0000-0000-000000000000}"/>
          </ac:spMkLst>
        </pc:spChg>
        <pc:spChg chg="mod">
          <ac:chgData name="Stefan Sick" userId="e5964b3a64250e78" providerId="LiveId" clId="{A3C554FE-BAFA-4BB7-B567-C6D44DB1C111}" dt="2026-05-27T07:26:57.675" v="27" actId="20577"/>
          <ac:spMkLst>
            <pc:docMk/>
            <pc:sldMk cId="0" sldId="258"/>
            <ac:spMk id="109" creationId="{00000000-0000-0000-0000-000000000000}"/>
          </ac:spMkLst>
        </pc:spChg>
        <pc:spChg chg="mod">
          <ac:chgData name="Stefan Sick" userId="e5964b3a64250e78" providerId="LiveId" clId="{A3C554FE-BAFA-4BB7-B567-C6D44DB1C111}" dt="2026-05-27T07:26:56.491" v="26" actId="20577"/>
          <ac:spMkLst>
            <pc:docMk/>
            <pc:sldMk cId="0" sldId="258"/>
            <ac:spMk id="110" creationId="{00000000-0000-0000-0000-000000000000}"/>
          </ac:spMkLst>
        </pc:spChg>
        <pc:picChg chg="add mod">
          <ac:chgData name="Stefan Sick" userId="e5964b3a64250e78" providerId="LiveId" clId="{A3C554FE-BAFA-4BB7-B567-C6D44DB1C111}" dt="2026-05-27T07:41:36.909" v="85" actId="571"/>
          <ac:picMkLst>
            <pc:docMk/>
            <pc:sldMk cId="0" sldId="258"/>
            <ac:picMk id="6" creationId="{9670C0D9-E98D-2965-AEA7-3F928B256D74}"/>
          </ac:picMkLst>
        </pc:picChg>
        <pc:picChg chg="add mod">
          <ac:chgData name="Stefan Sick" userId="e5964b3a64250e78" providerId="LiveId" clId="{A3C554FE-BAFA-4BB7-B567-C6D44DB1C111}" dt="2026-05-27T07:42:19.054" v="92" actId="14100"/>
          <ac:picMkLst>
            <pc:docMk/>
            <pc:sldMk cId="0" sldId="258"/>
            <ac:picMk id="7" creationId="{D0E9D1D2-6297-C042-F36A-C77BB90A5B24}"/>
          </ac:picMkLst>
        </pc:picChg>
        <pc:picChg chg="add mod">
          <ac:chgData name="Stefan Sick" userId="e5964b3a64250e78" providerId="LiveId" clId="{A3C554FE-BAFA-4BB7-B567-C6D44DB1C111}" dt="2026-05-27T08:05:40.246" v="233" actId="692"/>
          <ac:picMkLst>
            <pc:docMk/>
            <pc:sldMk cId="0" sldId="258"/>
            <ac:picMk id="11" creationId="{51056825-6245-CDD8-E249-16A76036B2F8}"/>
          </ac:picMkLst>
        </pc:picChg>
        <pc:picChg chg="add mod">
          <ac:chgData name="Stefan Sick" userId="e5964b3a64250e78" providerId="LiveId" clId="{A3C554FE-BAFA-4BB7-B567-C6D44DB1C111}" dt="2026-05-27T07:42:00.890" v="86" actId="571"/>
          <ac:picMkLst>
            <pc:docMk/>
            <pc:sldMk cId="0" sldId="258"/>
            <ac:picMk id="12" creationId="{AD913596-94B7-215F-C61A-18430B5F6852}"/>
          </ac:picMkLst>
        </pc:picChg>
        <pc:picChg chg="add mod">
          <ac:chgData name="Stefan Sick" userId="e5964b3a64250e78" providerId="LiveId" clId="{A3C554FE-BAFA-4BB7-B567-C6D44DB1C111}" dt="2026-05-27T08:07:00.672" v="239" actId="1076"/>
          <ac:picMkLst>
            <pc:docMk/>
            <pc:sldMk cId="0" sldId="258"/>
            <ac:picMk id="13" creationId="{7688A945-D2C4-114D-BCF4-52A256EE0B4E}"/>
          </ac:picMkLst>
        </pc:picChg>
        <pc:picChg chg="add del mod">
          <ac:chgData name="Stefan Sick" userId="e5964b3a64250e78" providerId="LiveId" clId="{A3C554FE-BAFA-4BB7-B567-C6D44DB1C111}" dt="2026-05-27T08:07:17.796" v="241" actId="478"/>
          <ac:picMkLst>
            <pc:docMk/>
            <pc:sldMk cId="0" sldId="258"/>
            <ac:picMk id="14" creationId="{E05910C4-8D68-8336-0CD7-6FA8AF7DC183}"/>
          </ac:picMkLst>
        </pc:picChg>
        <pc:picChg chg="mod">
          <ac:chgData name="Stefan Sick" userId="e5964b3a64250e78" providerId="LiveId" clId="{A3C554FE-BAFA-4BB7-B567-C6D44DB1C111}" dt="2026-05-27T07:41:25.141" v="83" actId="1076"/>
          <ac:picMkLst>
            <pc:docMk/>
            <pc:sldMk cId="0" sldId="258"/>
            <ac:picMk id="105" creationId="{00000000-0000-0000-0000-000000000000}"/>
          </ac:picMkLst>
        </pc:picChg>
        <pc:picChg chg="del mod">
          <ac:chgData name="Stefan Sick" userId="e5964b3a64250e78" providerId="LiveId" clId="{A3C554FE-BAFA-4BB7-B567-C6D44DB1C111}" dt="2026-05-27T07:42:14.338" v="89" actId="478"/>
          <ac:picMkLst>
            <pc:docMk/>
            <pc:sldMk cId="0" sldId="258"/>
            <ac:picMk id="111" creationId="{00000000-0000-0000-0000-000000000000}"/>
          </ac:picMkLst>
        </pc:picChg>
        <pc:picChg chg="del">
          <ac:chgData name="Stefan Sick" userId="e5964b3a64250e78" providerId="LiveId" clId="{A3C554FE-BAFA-4BB7-B567-C6D44DB1C111}" dt="2026-05-27T07:42:15.289" v="90" actId="478"/>
          <ac:picMkLst>
            <pc:docMk/>
            <pc:sldMk cId="0" sldId="258"/>
            <ac:picMk id="112" creationId="{00000000-0000-0000-0000-000000000000}"/>
          </ac:picMkLst>
        </pc:picChg>
        <pc:picChg chg="del">
          <ac:chgData name="Stefan Sick" userId="e5964b3a64250e78" providerId="LiveId" clId="{A3C554FE-BAFA-4BB7-B567-C6D44DB1C111}" dt="2026-05-27T07:42:15.827" v="91" actId="478"/>
          <ac:picMkLst>
            <pc:docMk/>
            <pc:sldMk cId="0" sldId="258"/>
            <ac:picMk id="113" creationId="{00000000-0000-0000-0000-000000000000}"/>
          </ac:picMkLst>
        </pc:picChg>
      </pc:sldChg>
      <pc:sldChg chg="delSp modSp mod">
        <pc:chgData name="Stefan Sick" userId="e5964b3a64250e78" providerId="LiveId" clId="{A3C554FE-BAFA-4BB7-B567-C6D44DB1C111}" dt="2026-05-27T08:10:17.639" v="257" actId="1076"/>
        <pc:sldMkLst>
          <pc:docMk/>
          <pc:sldMk cId="0" sldId="259"/>
        </pc:sldMkLst>
        <pc:spChg chg="del mod">
          <ac:chgData name="Stefan Sick" userId="e5964b3a64250e78" providerId="LiveId" clId="{A3C554FE-BAFA-4BB7-B567-C6D44DB1C111}" dt="2026-05-27T08:10:11.890" v="256" actId="478"/>
          <ac:spMkLst>
            <pc:docMk/>
            <pc:sldMk cId="0" sldId="259"/>
            <ac:spMk id="120" creationId="{00000000-0000-0000-0000-000000000000}"/>
          </ac:spMkLst>
        </pc:spChg>
        <pc:spChg chg="mod">
          <ac:chgData name="Stefan Sick" userId="e5964b3a64250e78" providerId="LiveId" clId="{A3C554FE-BAFA-4BB7-B567-C6D44DB1C111}" dt="2026-05-27T07:50:37.692" v="181" actId="207"/>
          <ac:spMkLst>
            <pc:docMk/>
            <pc:sldMk cId="0" sldId="259"/>
            <ac:spMk id="121" creationId="{00000000-0000-0000-0000-000000000000}"/>
          </ac:spMkLst>
        </pc:spChg>
        <pc:spChg chg="mod">
          <ac:chgData name="Stefan Sick" userId="e5964b3a64250e78" providerId="LiveId" clId="{A3C554FE-BAFA-4BB7-B567-C6D44DB1C111}" dt="2026-05-27T07:51:00.594" v="183" actId="1076"/>
          <ac:spMkLst>
            <pc:docMk/>
            <pc:sldMk cId="0" sldId="259"/>
            <ac:spMk id="122" creationId="{00000000-0000-0000-0000-000000000000}"/>
          </ac:spMkLst>
        </pc:spChg>
        <pc:spChg chg="mod">
          <ac:chgData name="Stefan Sick" userId="e5964b3a64250e78" providerId="LiveId" clId="{A3C554FE-BAFA-4BB7-B567-C6D44DB1C111}" dt="2026-05-27T07:50:46.741" v="182" actId="1076"/>
          <ac:spMkLst>
            <pc:docMk/>
            <pc:sldMk cId="0" sldId="259"/>
            <ac:spMk id="123" creationId="{00000000-0000-0000-0000-000000000000}"/>
          </ac:spMkLst>
        </pc:spChg>
        <pc:picChg chg="mod">
          <ac:chgData name="Stefan Sick" userId="e5964b3a64250e78" providerId="LiveId" clId="{A3C554FE-BAFA-4BB7-B567-C6D44DB1C111}" dt="2026-05-27T08:10:17.639" v="257" actId="1076"/>
          <ac:picMkLst>
            <pc:docMk/>
            <pc:sldMk cId="0" sldId="259"/>
            <ac:picMk id="118" creationId="{00000000-0000-0000-0000-000000000000}"/>
          </ac:picMkLst>
        </pc:picChg>
      </pc:sldChg>
      <pc:sldChg chg="addSp delSp modSp add mod">
        <pc:chgData name="Stefan Sick" userId="e5964b3a64250e78" providerId="LiveId" clId="{A3C554FE-BAFA-4BB7-B567-C6D44DB1C111}" dt="2026-05-27T08:06:01.498" v="236" actId="478"/>
        <pc:sldMkLst>
          <pc:docMk/>
          <pc:sldMk cId="3972273621" sldId="260"/>
        </pc:sldMkLst>
        <pc:spChg chg="add mod">
          <ac:chgData name="Stefan Sick" userId="e5964b3a64250e78" providerId="LiveId" clId="{A3C554FE-BAFA-4BB7-B567-C6D44DB1C111}" dt="2026-05-27T08:01:13.844" v="193"/>
          <ac:spMkLst>
            <pc:docMk/>
            <pc:sldMk cId="3972273621" sldId="260"/>
            <ac:spMk id="2" creationId="{FF97E9AB-0412-A064-D97F-966F790546C2}"/>
          </ac:spMkLst>
        </pc:spChg>
        <pc:spChg chg="add mod">
          <ac:chgData name="Stefan Sick" userId="e5964b3a64250e78" providerId="LiveId" clId="{A3C554FE-BAFA-4BB7-B567-C6D44DB1C111}" dt="2026-05-27T08:01:13.844" v="193"/>
          <ac:spMkLst>
            <pc:docMk/>
            <pc:sldMk cId="3972273621" sldId="260"/>
            <ac:spMk id="4" creationId="{7824B2CC-4996-67EA-4AF2-C89970212727}"/>
          </ac:spMkLst>
        </pc:spChg>
        <pc:spChg chg="add mod">
          <ac:chgData name="Stefan Sick" userId="e5964b3a64250e78" providerId="LiveId" clId="{A3C554FE-BAFA-4BB7-B567-C6D44DB1C111}" dt="2026-05-27T08:01:13.844" v="193"/>
          <ac:spMkLst>
            <pc:docMk/>
            <pc:sldMk cId="3972273621" sldId="260"/>
            <ac:spMk id="5" creationId="{35C42824-96E1-6B5D-7AE8-7DEEA198B9FE}"/>
          </ac:spMkLst>
        </pc:spChg>
        <pc:spChg chg="del mod">
          <ac:chgData name="Stefan Sick" userId="e5964b3a64250e78" providerId="LiveId" clId="{A3C554FE-BAFA-4BB7-B567-C6D44DB1C111}" dt="2026-05-27T08:01:34.975" v="203"/>
          <ac:spMkLst>
            <pc:docMk/>
            <pc:sldMk cId="3972273621" sldId="260"/>
            <ac:spMk id="8" creationId="{692CB82E-C35F-A997-615C-65B3E9E76900}"/>
          </ac:spMkLst>
        </pc:spChg>
        <pc:spChg chg="del mod">
          <ac:chgData name="Stefan Sick" userId="e5964b3a64250e78" providerId="LiveId" clId="{A3C554FE-BAFA-4BB7-B567-C6D44DB1C111}" dt="2026-05-27T08:01:34.975" v="201"/>
          <ac:spMkLst>
            <pc:docMk/>
            <pc:sldMk cId="3972273621" sldId="260"/>
            <ac:spMk id="9" creationId="{E697D106-AE97-7CD7-AD76-7FD3FAD935DA}"/>
          </ac:spMkLst>
        </pc:spChg>
        <pc:spChg chg="del mod">
          <ac:chgData name="Stefan Sick" userId="e5964b3a64250e78" providerId="LiveId" clId="{A3C554FE-BAFA-4BB7-B567-C6D44DB1C111}" dt="2026-05-27T08:06:01.498" v="236" actId="478"/>
          <ac:spMkLst>
            <pc:docMk/>
            <pc:sldMk cId="3972273621" sldId="260"/>
            <ac:spMk id="10" creationId="{54A212E6-4E6B-398F-E95B-27A106EA13CC}"/>
          </ac:spMkLst>
        </pc:spChg>
        <pc:spChg chg="add mod">
          <ac:chgData name="Stefan Sick" userId="e5964b3a64250e78" providerId="LiveId" clId="{A3C554FE-BAFA-4BB7-B567-C6D44DB1C111}" dt="2026-05-27T08:01:13.844" v="193"/>
          <ac:spMkLst>
            <pc:docMk/>
            <pc:sldMk cId="3972273621" sldId="260"/>
            <ac:spMk id="14" creationId="{EBCBC0C4-8162-4465-BA4D-98E5E66B8B58}"/>
          </ac:spMkLst>
        </pc:spChg>
        <pc:spChg chg="add mod">
          <ac:chgData name="Stefan Sick" userId="e5964b3a64250e78" providerId="LiveId" clId="{A3C554FE-BAFA-4BB7-B567-C6D44DB1C111}" dt="2026-05-27T08:01:13.844" v="193"/>
          <ac:spMkLst>
            <pc:docMk/>
            <pc:sldMk cId="3972273621" sldId="260"/>
            <ac:spMk id="15" creationId="{E47B7486-B2C7-2D69-F5E2-679935302B5F}"/>
          </ac:spMkLst>
        </pc:spChg>
        <pc:spChg chg="add mod">
          <ac:chgData name="Stefan Sick" userId="e5964b3a64250e78" providerId="LiveId" clId="{A3C554FE-BAFA-4BB7-B567-C6D44DB1C111}" dt="2026-05-27T08:01:13.844" v="193"/>
          <ac:spMkLst>
            <pc:docMk/>
            <pc:sldMk cId="3972273621" sldId="260"/>
            <ac:spMk id="17" creationId="{21FCBB9C-3C13-A65A-E098-2DF17D1A7183}"/>
          </ac:spMkLst>
        </pc:spChg>
        <pc:spChg chg="add mod">
          <ac:chgData name="Stefan Sick" userId="e5964b3a64250e78" providerId="LiveId" clId="{A3C554FE-BAFA-4BB7-B567-C6D44DB1C111}" dt="2026-05-27T08:01:13.844" v="193"/>
          <ac:spMkLst>
            <pc:docMk/>
            <pc:sldMk cId="3972273621" sldId="260"/>
            <ac:spMk id="20" creationId="{B8808415-6866-2103-CB5E-0CA75F70F484}"/>
          </ac:spMkLst>
        </pc:spChg>
        <pc:spChg chg="add mod">
          <ac:chgData name="Stefan Sick" userId="e5964b3a64250e78" providerId="LiveId" clId="{A3C554FE-BAFA-4BB7-B567-C6D44DB1C111}" dt="2026-05-27T08:01:13.844" v="193"/>
          <ac:spMkLst>
            <pc:docMk/>
            <pc:sldMk cId="3972273621" sldId="260"/>
            <ac:spMk id="21" creationId="{2861BFA8-F254-7F0B-C4F2-E6E6F0205A0F}"/>
          </ac:spMkLst>
        </pc:spChg>
        <pc:spChg chg="add mod">
          <ac:chgData name="Stefan Sick" userId="e5964b3a64250e78" providerId="LiveId" clId="{A3C554FE-BAFA-4BB7-B567-C6D44DB1C111}" dt="2026-05-27T08:01:13.844" v="193"/>
          <ac:spMkLst>
            <pc:docMk/>
            <pc:sldMk cId="3972273621" sldId="260"/>
            <ac:spMk id="23" creationId="{505725EE-8F40-DD6F-1914-D196AD627A94}"/>
          </ac:spMkLst>
        </pc:spChg>
        <pc:spChg chg="add mod">
          <ac:chgData name="Stefan Sick" userId="e5964b3a64250e78" providerId="LiveId" clId="{A3C554FE-BAFA-4BB7-B567-C6D44DB1C111}" dt="2026-05-27T08:01:13.844" v="193"/>
          <ac:spMkLst>
            <pc:docMk/>
            <pc:sldMk cId="3972273621" sldId="260"/>
            <ac:spMk id="24" creationId="{736D6C5E-4ACF-1A51-172B-2F6A61E59BCE}"/>
          </ac:spMkLst>
        </pc:spChg>
        <pc:spChg chg="add mod">
          <ac:chgData name="Stefan Sick" userId="e5964b3a64250e78" providerId="LiveId" clId="{A3C554FE-BAFA-4BB7-B567-C6D44DB1C111}" dt="2026-05-27T08:01:46.824" v="206"/>
          <ac:spMkLst>
            <pc:docMk/>
            <pc:sldMk cId="3972273621" sldId="260"/>
            <ac:spMk id="29" creationId="{18EFEAFC-3814-AD40-E7ED-F538BB9BC2AD}"/>
          </ac:spMkLst>
        </pc:spChg>
        <pc:spChg chg="add mod">
          <ac:chgData name="Stefan Sick" userId="e5964b3a64250e78" providerId="LiveId" clId="{A3C554FE-BAFA-4BB7-B567-C6D44DB1C111}" dt="2026-05-27T08:02:28.727" v="212" actId="108"/>
          <ac:spMkLst>
            <pc:docMk/>
            <pc:sldMk cId="3972273621" sldId="260"/>
            <ac:spMk id="31" creationId="{40008B7C-5372-E54D-D5B6-75E1A6090D4E}"/>
          </ac:spMkLst>
        </pc:spChg>
        <pc:spChg chg="add mod">
          <ac:chgData name="Stefan Sick" userId="e5964b3a64250e78" providerId="LiveId" clId="{A3C554FE-BAFA-4BB7-B567-C6D44DB1C111}" dt="2026-05-27T08:03:37.690" v="221" actId="20577"/>
          <ac:spMkLst>
            <pc:docMk/>
            <pc:sldMk cId="3972273621" sldId="260"/>
            <ac:spMk id="32" creationId="{8A0101E9-ED4D-A2AC-E7B4-DA28A495A709}"/>
          </ac:spMkLst>
        </pc:spChg>
        <pc:spChg chg="add mod">
          <ac:chgData name="Stefan Sick" userId="e5964b3a64250e78" providerId="LiveId" clId="{A3C554FE-BAFA-4BB7-B567-C6D44DB1C111}" dt="2026-05-27T08:02:28.727" v="212" actId="108"/>
          <ac:spMkLst>
            <pc:docMk/>
            <pc:sldMk cId="3972273621" sldId="260"/>
            <ac:spMk id="34" creationId="{F0399ED9-01B6-4C88-21E9-3CFED3857E70}"/>
          </ac:spMkLst>
        </pc:spChg>
        <pc:spChg chg="add mod">
          <ac:chgData name="Stefan Sick" userId="e5964b3a64250e78" providerId="LiveId" clId="{A3C554FE-BAFA-4BB7-B567-C6D44DB1C111}" dt="2026-05-27T08:04:07.825" v="223" actId="20577"/>
          <ac:spMkLst>
            <pc:docMk/>
            <pc:sldMk cId="3972273621" sldId="260"/>
            <ac:spMk id="35" creationId="{5C765A26-2EEE-7548-5EF6-3CA24865AF97}"/>
          </ac:spMkLst>
        </pc:spChg>
        <pc:spChg chg="add mod">
          <ac:chgData name="Stefan Sick" userId="e5964b3a64250e78" providerId="LiveId" clId="{A3C554FE-BAFA-4BB7-B567-C6D44DB1C111}" dt="2026-05-27T08:02:49.197" v="215" actId="108"/>
          <ac:spMkLst>
            <pc:docMk/>
            <pc:sldMk cId="3972273621" sldId="260"/>
            <ac:spMk id="37" creationId="{4C25A666-BA24-1F5C-06FB-93770F7B1955}"/>
          </ac:spMkLst>
        </pc:spChg>
        <pc:spChg chg="add mod">
          <ac:chgData name="Stefan Sick" userId="e5964b3a64250e78" providerId="LiveId" clId="{A3C554FE-BAFA-4BB7-B567-C6D44DB1C111}" dt="2026-05-27T08:04:24.840" v="224" actId="20577"/>
          <ac:spMkLst>
            <pc:docMk/>
            <pc:sldMk cId="3972273621" sldId="260"/>
            <ac:spMk id="38" creationId="{83DA7FCA-84FA-D69C-AB66-3A18C24B6860}"/>
          </ac:spMkLst>
        </pc:spChg>
        <pc:spChg chg="add mod">
          <ac:chgData name="Stefan Sick" userId="e5964b3a64250e78" providerId="LiveId" clId="{A3C554FE-BAFA-4BB7-B567-C6D44DB1C111}" dt="2026-05-27T08:03:10.635" v="219" actId="108"/>
          <ac:spMkLst>
            <pc:docMk/>
            <pc:sldMk cId="3972273621" sldId="260"/>
            <ac:spMk id="40" creationId="{BEFF2902-6BB0-18D1-A3FD-5456D0DC02CB}"/>
          </ac:spMkLst>
        </pc:spChg>
        <pc:spChg chg="add mod">
          <ac:chgData name="Stefan Sick" userId="e5964b3a64250e78" providerId="LiveId" clId="{A3C554FE-BAFA-4BB7-B567-C6D44DB1C111}" dt="2026-05-27T08:04:51.026" v="226" actId="20577"/>
          <ac:spMkLst>
            <pc:docMk/>
            <pc:sldMk cId="3972273621" sldId="260"/>
            <ac:spMk id="41" creationId="{53B5BC1A-2CBD-0535-4795-8F5BF0A0900B}"/>
          </ac:spMkLst>
        </pc:spChg>
        <pc:spChg chg="add mod">
          <ac:chgData name="Stefan Sick" userId="e5964b3a64250e78" providerId="LiveId" clId="{A3C554FE-BAFA-4BB7-B567-C6D44DB1C111}" dt="2026-05-27T08:03:24.356" v="220" actId="108"/>
          <ac:spMkLst>
            <pc:docMk/>
            <pc:sldMk cId="3972273621" sldId="260"/>
            <ac:spMk id="43" creationId="{92EB170B-3360-A801-6CAA-8FF9576C8623}"/>
          </ac:spMkLst>
        </pc:spChg>
        <pc:spChg chg="mod">
          <ac:chgData name="Stefan Sick" userId="e5964b3a64250e78" providerId="LiveId" clId="{A3C554FE-BAFA-4BB7-B567-C6D44DB1C111}" dt="2026-05-27T08:04:59.081" v="227" actId="20577"/>
          <ac:spMkLst>
            <pc:docMk/>
            <pc:sldMk cId="3972273621" sldId="260"/>
            <ac:spMk id="44" creationId="{E5D54169-03E6-C8BD-C778-C1BD6B495373}"/>
          </ac:spMkLst>
        </pc:spChg>
        <pc:spChg chg="mod">
          <ac:chgData name="Stefan Sick" userId="e5964b3a64250e78" providerId="LiveId" clId="{A3C554FE-BAFA-4BB7-B567-C6D44DB1C111}" dt="2026-05-27T07:59:32.066" v="192" actId="20577"/>
          <ac:spMkLst>
            <pc:docMk/>
            <pc:sldMk cId="3972273621" sldId="260"/>
            <ac:spMk id="106" creationId="{1C3B8A50-B2DD-395F-6E7A-C644AA6C1E1E}"/>
          </ac:spMkLst>
        </pc:spChg>
        <pc:picChg chg="mod">
          <ac:chgData name="Stefan Sick" userId="e5964b3a64250e78" providerId="LiveId" clId="{A3C554FE-BAFA-4BB7-B567-C6D44DB1C111}" dt="2026-05-27T08:01:53.469" v="208" actId="1076"/>
          <ac:picMkLst>
            <pc:docMk/>
            <pc:sldMk cId="3972273621" sldId="260"/>
            <ac:picMk id="7" creationId="{8CA02035-4507-5A7D-7806-BB7A04159D0F}"/>
          </ac:picMkLst>
        </pc:picChg>
        <pc:picChg chg="del mod">
          <ac:chgData name="Stefan Sick" userId="e5964b3a64250e78" providerId="LiveId" clId="{A3C554FE-BAFA-4BB7-B567-C6D44DB1C111}" dt="2026-05-27T08:01:38.683" v="204" actId="478"/>
          <ac:picMkLst>
            <pc:docMk/>
            <pc:sldMk cId="3972273621" sldId="260"/>
            <ac:picMk id="11" creationId="{2B60DAD3-E449-F720-553C-BF3D9DA16B44}"/>
          </ac:picMkLst>
        </pc:picChg>
        <pc:picChg chg="del">
          <ac:chgData name="Stefan Sick" userId="e5964b3a64250e78" providerId="LiveId" clId="{A3C554FE-BAFA-4BB7-B567-C6D44DB1C111}" dt="2026-05-27T08:01:34.973" v="199" actId="478"/>
          <ac:picMkLst>
            <pc:docMk/>
            <pc:sldMk cId="3972273621" sldId="260"/>
            <ac:picMk id="12" creationId="{025E3D65-B672-B922-4F22-4CAEE41DE73F}"/>
          </ac:picMkLst>
        </pc:picChg>
        <pc:picChg chg="del">
          <ac:chgData name="Stefan Sick" userId="e5964b3a64250e78" providerId="LiveId" clId="{A3C554FE-BAFA-4BB7-B567-C6D44DB1C111}" dt="2026-05-27T08:01:26.543" v="195" actId="478"/>
          <ac:picMkLst>
            <pc:docMk/>
            <pc:sldMk cId="3972273621" sldId="260"/>
            <ac:picMk id="13" creationId="{C0AA505F-CF9A-45F0-46C1-344E164616DA}"/>
          </ac:picMkLst>
        </pc:picChg>
        <pc:picChg chg="add mod">
          <ac:chgData name="Stefan Sick" userId="e5964b3a64250e78" providerId="LiveId" clId="{A3C554FE-BAFA-4BB7-B567-C6D44DB1C111}" dt="2026-05-27T08:05:57.015" v="235" actId="1076"/>
          <ac:picMkLst>
            <pc:docMk/>
            <pc:sldMk cId="3972273621" sldId="260"/>
            <ac:picMk id="49" creationId="{6B796B7E-7099-09A6-9052-897E9A7FCB8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45F83C9E-7C66-A349-D81D-A895ED807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C92DC4CD-8D5F-9812-CA98-D7407A43EC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DE7C85A6-AB5E-35D6-9E05-BCBB1F6725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34592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952500" y="2273647"/>
            <a:ext cx="9001200" cy="1231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Excel-Automatisierung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952500" y="3586922"/>
            <a:ext cx="85725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A7FF83"/>
                </a:solidFill>
                <a:latin typeface="Inter Medium"/>
                <a:ea typeface="Inter Medium"/>
                <a:cs typeface="Inter Medium"/>
                <a:sym typeface="Inter Medium"/>
              </a:rPr>
              <a:t>Python-Lösung für Datenintegration und Reporting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62349"/>
            <a:ext cx="5238750" cy="318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462349"/>
            <a:ext cx="5238750" cy="31854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809625" y="571500"/>
            <a:ext cx="1135141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600" b="1" dirty="0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Pandas &amp; </a:t>
            </a:r>
            <a:r>
              <a:rPr lang="en-US" sz="3600" b="1" dirty="0" err="1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Openpyxl</a:t>
            </a:r>
            <a:endParaRPr b="1" dirty="0"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571500" y="571500"/>
            <a:ext cx="95250" cy="457200"/>
          </a:xfrm>
          <a:prstGeom prst="rect">
            <a:avLst/>
          </a:prstGeom>
          <a:solidFill>
            <a:srgbClr val="A7FF8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1476375" y="2903598"/>
            <a:ext cx="4090511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/>
            <a:r>
              <a:rPr lang="en-US" sz="2250" b="1">
                <a:solidFill>
                  <a:srgbClr val="001F3F"/>
                </a:solidFill>
                <a:latin typeface="Urbanist"/>
                <a:ea typeface="Urbanist"/>
                <a:cs typeface="Urbanist"/>
              </a:rPr>
              <a:t>Pandas (Lesen &amp; Verarbeiten)</a:t>
            </a:r>
            <a:endParaRPr sz="2250" b="1" dirty="0">
              <a:solidFill>
                <a:srgbClr val="001F3F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009650" y="3443436"/>
            <a:ext cx="4362600" cy="214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lnSpc>
                <a:spcPct val="159929"/>
              </a:lnSpc>
              <a:buFont typeface="Arial" panose="020B0604020202020204" pitchFamily="34" charset="0"/>
              <a:buChar char="•"/>
            </a:pPr>
            <a:r>
              <a:rPr lang="de-DE" sz="1425" b="1" dirty="0">
                <a:solidFill>
                  <a:srgbClr val="334155"/>
                </a:solidFill>
                <a:latin typeface="Inter"/>
                <a:ea typeface="Inter"/>
              </a:rPr>
              <a:t>Effiziente Extraktion: </a:t>
            </a:r>
            <a:r>
              <a:rPr lang="de-DE" sz="1425" dirty="0">
                <a:solidFill>
                  <a:srgbClr val="334155"/>
                </a:solidFill>
                <a:latin typeface="Inter"/>
                <a:ea typeface="Inter"/>
              </a:rPr>
              <a:t>Öffnet die Datei nur ein einziges Mal</a:t>
            </a:r>
          </a:p>
          <a:p>
            <a:pPr marL="285750" lvl="0" indent="-285750">
              <a:lnSpc>
                <a:spcPct val="159929"/>
              </a:lnSpc>
              <a:buFont typeface="Arial" panose="020B0604020202020204" pitchFamily="34" charset="0"/>
              <a:buChar char="•"/>
            </a:pPr>
            <a:r>
              <a:rPr lang="en-US" sz="1425" b="1" dirty="0">
                <a:solidFill>
                  <a:srgbClr val="334155"/>
                </a:solidFill>
                <a:latin typeface="Inter"/>
                <a:ea typeface="Inter"/>
                <a:sym typeface="Inter"/>
              </a:rPr>
              <a:t>Vectorized Cleaning: </a:t>
            </a:r>
            <a:r>
              <a:rPr lang="en-US" sz="1425" dirty="0" err="1">
                <a:solidFill>
                  <a:srgbClr val="334155"/>
                </a:solidFill>
                <a:latin typeface="Inter"/>
                <a:ea typeface="Inter"/>
              </a:rPr>
              <a:t>Datumskonvertierung</a:t>
            </a:r>
            <a:r>
              <a:rPr lang="en-US" sz="1425" dirty="0">
                <a:solidFill>
                  <a:srgbClr val="334155"/>
                </a:solidFill>
                <a:latin typeface="Inter"/>
                <a:ea typeface="Inter"/>
              </a:rPr>
              <a:t>, String-Stripping und </a:t>
            </a:r>
            <a:r>
              <a:rPr lang="en-US" sz="1425" dirty="0" err="1">
                <a:solidFill>
                  <a:srgbClr val="334155"/>
                </a:solidFill>
                <a:latin typeface="Inter"/>
                <a:ea typeface="Inter"/>
              </a:rPr>
              <a:t>NaN-Erkennung</a:t>
            </a:r>
            <a:endParaRPr lang="en-US" sz="1425" dirty="0">
              <a:solidFill>
                <a:srgbClr val="334155"/>
              </a:solidFill>
              <a:latin typeface="Inter"/>
              <a:ea typeface="Inter"/>
              <a:sym typeface="Inter"/>
            </a:endParaRPr>
          </a:p>
          <a:p>
            <a:pPr marL="285750" lvl="0" indent="-285750">
              <a:lnSpc>
                <a:spcPct val="159929"/>
              </a:lnSpc>
              <a:buFont typeface="Arial" panose="020B0604020202020204" pitchFamily="34" charset="0"/>
              <a:buChar char="•"/>
            </a:pPr>
            <a:r>
              <a:rPr lang="en-US" sz="1425" b="1" dirty="0">
                <a:solidFill>
                  <a:srgbClr val="334155"/>
                </a:solidFill>
                <a:latin typeface="Inter"/>
                <a:ea typeface="Inter"/>
                <a:sym typeface="Inter"/>
              </a:rPr>
              <a:t>Validation Engine: 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row-by-row Logik </a:t>
            </a:r>
            <a:r>
              <a:rPr lang="en-US" sz="1425" dirty="0">
                <a:solidFill>
                  <a:srgbClr val="334155"/>
                </a:solidFill>
                <a:latin typeface="Inter"/>
                <a:ea typeface="Inter"/>
              </a:rPr>
              <a:t>und Lookups </a:t>
            </a:r>
            <a:endParaRPr sz="1425" dirty="0">
              <a:solidFill>
                <a:srgbClr val="334155"/>
              </a:solidFill>
              <a:latin typeface="Inter"/>
              <a:ea typeface="Inter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7248525" y="2900511"/>
            <a:ext cx="4130516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1F3F"/>
                </a:solidFill>
                <a:latin typeface="Urbanist"/>
                <a:ea typeface="Urbanist"/>
                <a:cs typeface="Urbanist"/>
                <a:sym typeface="Urbanist"/>
              </a:rPr>
              <a:t>Openpyxl (Write &amp; Preserve)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6819900" y="3443436"/>
            <a:ext cx="43626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lnSpc>
                <a:spcPct val="159929"/>
              </a:lnSpc>
              <a:buFont typeface="Arial" panose="020B0604020202020204" pitchFamily="34" charset="0"/>
              <a:buChar char="•"/>
            </a:pPr>
            <a:r>
              <a:rPr lang="de-DE" sz="1425" b="1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Einfügen:</a:t>
            </a:r>
            <a:r>
              <a:rPr lang="de-DE" sz="142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Schreibt Ergebnisse direkt, damit die Layouts erhalten bleiben.</a:t>
            </a:r>
          </a:p>
          <a:p>
            <a:pPr marL="285750" lvl="0" indent="-285750">
              <a:lnSpc>
                <a:spcPct val="159929"/>
              </a:lnSpc>
              <a:buFont typeface="Arial" panose="020B0604020202020204" pitchFamily="34" charset="0"/>
              <a:buChar char="•"/>
            </a:pPr>
            <a:r>
              <a:rPr lang="de-DE" sz="1425" b="1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Dynamisches Reporting: </a:t>
            </a:r>
            <a:r>
              <a:rPr lang="de-DE" sz="142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Generiert das „</a:t>
            </a:r>
            <a:r>
              <a:rPr lang="de-DE" sz="1425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Skipped</a:t>
            </a:r>
            <a:r>
              <a:rPr lang="de-DE" sz="142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“-Sheet, um jede nicht verarbeitete Zeile samt Fehlergrund zu dokumentieren.</a:t>
            </a:r>
            <a:endParaRPr dirty="0"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9650" y="2933848"/>
            <a:ext cx="3238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19900" y="2933848"/>
            <a:ext cx="2857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809625" y="571500"/>
            <a:ext cx="1135141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1F3F"/>
                </a:solidFill>
                <a:latin typeface="Urbanist"/>
                <a:ea typeface="Urbanist"/>
                <a:cs typeface="Urbanist"/>
                <a:sym typeface="Urbanist"/>
              </a:rPr>
              <a:t>Engineering Best Practices</a:t>
            </a:r>
            <a:endParaRPr dirty="0"/>
          </a:p>
        </p:txBody>
      </p:sp>
      <p:sp>
        <p:nvSpPr>
          <p:cNvPr id="107" name="Google Shape;107;p15"/>
          <p:cNvSpPr/>
          <p:nvPr/>
        </p:nvSpPr>
        <p:spPr>
          <a:xfrm>
            <a:off x="571500" y="571500"/>
            <a:ext cx="95250" cy="457200"/>
          </a:xfrm>
          <a:prstGeom prst="rect">
            <a:avLst/>
          </a:prstGeom>
          <a:solidFill>
            <a:srgbClr val="A7FF8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1047750" y="2527250"/>
            <a:ext cx="105727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de-DE" sz="1600" b="1" dirty="0"/>
              <a:t>Automatisches Testen (</a:t>
            </a:r>
            <a:r>
              <a:rPr lang="de-DE" sz="1600" b="1" dirty="0" err="1"/>
              <a:t>Pytest</a:t>
            </a:r>
            <a:r>
              <a:rPr lang="de-DE" sz="1600" b="1" dirty="0"/>
              <a:t>)</a:t>
            </a:r>
            <a:endParaRPr lang="de-DE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Verifizierung von Logik &amp; Edge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Einsatz von Mock-Dataframes</a:t>
            </a:r>
          </a:p>
        </p:txBody>
      </p:sp>
      <p:sp>
        <p:nvSpPr>
          <p:cNvPr id="109" name="Google Shape;109;p15"/>
          <p:cNvSpPr txBox="1"/>
          <p:nvPr/>
        </p:nvSpPr>
        <p:spPr>
          <a:xfrm>
            <a:off x="1047750" y="3439566"/>
            <a:ext cx="10572750" cy="843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 err="1">
                <a:solidFill>
                  <a:srgbClr val="001F3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Zentrale</a:t>
            </a:r>
            <a:r>
              <a:rPr lang="en-US" sz="1425" b="0" i="0" u="none" strike="noStrike" cap="none" dirty="0">
                <a:solidFill>
                  <a:srgbClr val="001F3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425" b="0" i="0" u="none" strike="noStrike" cap="none" dirty="0" err="1">
                <a:solidFill>
                  <a:srgbClr val="001F3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Konfiguration</a:t>
            </a:r>
            <a:r>
              <a:rPr lang="en-US" sz="1425" b="0" i="0" u="none" strike="noStrike" cap="none" dirty="0">
                <a:solidFill>
                  <a:srgbClr val="001F3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(Config)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sz="1600" dirty="0"/>
              <a:t>Auslagerung von </a:t>
            </a:r>
            <a:r>
              <a:rPr lang="en-US" sz="1600" dirty="0" err="1"/>
              <a:t>Dateipfaden</a:t>
            </a:r>
            <a:endParaRPr lang="en-US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sz="1600" dirty="0"/>
              <a:t>Fixierte Spaltenindizes</a:t>
            </a:r>
            <a:endParaRPr sz="1600" dirty="0"/>
          </a:p>
        </p:txBody>
      </p:sp>
      <p:sp>
        <p:nvSpPr>
          <p:cNvPr id="110" name="Google Shape;110;p15"/>
          <p:cNvSpPr txBox="1"/>
          <p:nvPr/>
        </p:nvSpPr>
        <p:spPr>
          <a:xfrm>
            <a:off x="1047750" y="4351883"/>
            <a:ext cx="10572750" cy="1483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 err="1">
                <a:solidFill>
                  <a:srgbClr val="001F3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Fehlertoleranz</a:t>
            </a:r>
            <a:r>
              <a:rPr lang="en-US" sz="1425" b="0" i="0" u="none" strike="noStrike" cap="none" dirty="0">
                <a:solidFill>
                  <a:srgbClr val="001F3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&amp; Logging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ym typeface="Inter SemiBold"/>
              </a:rPr>
              <a:t>Validierung von Titeln und </a:t>
            </a:r>
            <a:r>
              <a:rPr lang="de-DE" sz="1600" dirty="0" err="1">
                <a:sym typeface="Inter SemiBold"/>
              </a:rPr>
              <a:t>DatumsformatenSauberes</a:t>
            </a:r>
            <a:r>
              <a:rPr lang="de-DE" sz="1600" dirty="0">
                <a:sym typeface="Inter SemiBold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ym typeface="Inter SemiBold"/>
              </a:rPr>
              <a:t>Überspringen ungültiger Zeilen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ym typeface="Inter SemiBold"/>
              </a:rPr>
              <a:t>Automatische Dokumentation im Log und "</a:t>
            </a:r>
            <a:r>
              <a:rPr lang="de-DE" sz="1600" dirty="0" err="1">
                <a:sym typeface="Inter SemiBold"/>
              </a:rPr>
              <a:t>Skipped</a:t>
            </a:r>
            <a:r>
              <a:rPr lang="de-DE" sz="1600" dirty="0">
                <a:sym typeface="Inter SemiBold"/>
              </a:rPr>
              <a:t>"-Sheet</a:t>
            </a:r>
            <a:endParaRPr lang="en-US" sz="1600" dirty="0">
              <a:sym typeface="Inter SemiBold"/>
            </a:endParaRPr>
          </a:p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pic>
        <p:nvPicPr>
          <p:cNvPr id="7" name="Google Shape;105;p15" descr="image.png">
            <a:extLst>
              <a:ext uri="{FF2B5EF4-FFF2-40B4-BE49-F238E27FC236}">
                <a16:creationId xmlns:a16="http://schemas.microsoft.com/office/drawing/2014/main" id="{D0E9D1D2-6297-C042-F36A-C77BB90A5B2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2112264"/>
            <a:ext cx="11204448" cy="473517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08;p15">
            <a:extLst>
              <a:ext uri="{FF2B5EF4-FFF2-40B4-BE49-F238E27FC236}">
                <a16:creationId xmlns:a16="http://schemas.microsoft.com/office/drawing/2014/main" id="{5848084B-E14C-97D2-8034-148F978919A8}"/>
              </a:ext>
            </a:extLst>
          </p:cNvPr>
          <p:cNvSpPr txBox="1"/>
          <p:nvPr/>
        </p:nvSpPr>
        <p:spPr>
          <a:xfrm>
            <a:off x="1885950" y="2516684"/>
            <a:ext cx="105727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de-DE" sz="1600" b="1" dirty="0">
                <a:solidFill>
                  <a:srgbClr val="334155"/>
                </a:solidFill>
                <a:latin typeface="Inter"/>
                <a:ea typeface="Inter"/>
              </a:rPr>
              <a:t>Automatisches Testen (</a:t>
            </a:r>
            <a:r>
              <a:rPr lang="de-DE" sz="1600" b="1" dirty="0" err="1">
                <a:solidFill>
                  <a:srgbClr val="334155"/>
                </a:solidFill>
                <a:latin typeface="Inter"/>
                <a:ea typeface="Inter"/>
              </a:rPr>
              <a:t>Pytest</a:t>
            </a:r>
            <a:r>
              <a:rPr lang="de-DE" sz="1600" b="1" dirty="0">
                <a:solidFill>
                  <a:srgbClr val="334155"/>
                </a:solidFill>
                <a:latin typeface="Inter"/>
                <a:ea typeface="Inter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4155"/>
                </a:solidFill>
                <a:latin typeface="Inter"/>
                <a:ea typeface="Inter"/>
              </a:rPr>
              <a:t>Verifizierung von Logik &amp; Edge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4155"/>
                </a:solidFill>
                <a:latin typeface="Inter"/>
                <a:ea typeface="Inter"/>
              </a:rPr>
              <a:t>Einsatz von Mock-Dataframes</a:t>
            </a:r>
          </a:p>
        </p:txBody>
      </p:sp>
      <p:sp>
        <p:nvSpPr>
          <p:cNvPr id="9" name="Google Shape;109;p15">
            <a:extLst>
              <a:ext uri="{FF2B5EF4-FFF2-40B4-BE49-F238E27FC236}">
                <a16:creationId xmlns:a16="http://schemas.microsoft.com/office/drawing/2014/main" id="{1122FCFC-B1AD-C9E6-3E45-4796AE66354C}"/>
              </a:ext>
            </a:extLst>
          </p:cNvPr>
          <p:cNvSpPr txBox="1"/>
          <p:nvPr/>
        </p:nvSpPr>
        <p:spPr>
          <a:xfrm>
            <a:off x="1885950" y="3429000"/>
            <a:ext cx="105727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>
              <a:buFont typeface="Arial"/>
              <a:buNone/>
            </a:pPr>
            <a:r>
              <a:rPr lang="en-US" sz="1600" b="1" dirty="0" err="1">
                <a:solidFill>
                  <a:srgbClr val="334155"/>
                </a:solidFill>
                <a:latin typeface="Inter"/>
                <a:ea typeface="Inter"/>
                <a:sym typeface="Inter SemiBold"/>
              </a:rPr>
              <a:t>Zentrale</a:t>
            </a:r>
            <a:r>
              <a:rPr lang="en-US" sz="1600" b="1" dirty="0">
                <a:solidFill>
                  <a:srgbClr val="334155"/>
                </a:solidFill>
                <a:latin typeface="Inter"/>
                <a:ea typeface="Inter"/>
                <a:sym typeface="Inter SemiBold"/>
              </a:rPr>
              <a:t> </a:t>
            </a:r>
            <a:r>
              <a:rPr lang="en-US" sz="1600" b="1" dirty="0" err="1">
                <a:solidFill>
                  <a:srgbClr val="334155"/>
                </a:solidFill>
                <a:latin typeface="Inter"/>
                <a:ea typeface="Inter"/>
                <a:sym typeface="Inter SemiBold"/>
              </a:rPr>
              <a:t>Konfiguration</a:t>
            </a:r>
            <a:r>
              <a:rPr lang="en-US" sz="1600" b="1" dirty="0">
                <a:solidFill>
                  <a:srgbClr val="334155"/>
                </a:solidFill>
                <a:latin typeface="Inter"/>
                <a:ea typeface="Inter"/>
                <a:sym typeface="Inter SemiBold"/>
              </a:rPr>
              <a:t> (Config)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4155"/>
                </a:solidFill>
                <a:latin typeface="Inter"/>
                <a:ea typeface="Inter"/>
              </a:rPr>
              <a:t>Auslagerung von </a:t>
            </a:r>
            <a:r>
              <a:rPr lang="en-US" dirty="0" err="1">
                <a:solidFill>
                  <a:srgbClr val="334155"/>
                </a:solidFill>
                <a:latin typeface="Inter"/>
                <a:ea typeface="Inter"/>
              </a:rPr>
              <a:t>Dateipfaden</a:t>
            </a:r>
            <a:endParaRPr lang="en-US" dirty="0">
              <a:solidFill>
                <a:srgbClr val="334155"/>
              </a:solidFill>
              <a:latin typeface="Inter"/>
              <a:ea typeface="Inter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4155"/>
                </a:solidFill>
                <a:latin typeface="Inter"/>
                <a:ea typeface="Inter"/>
              </a:rPr>
              <a:t>Fixierte Spaltenindizes</a:t>
            </a:r>
            <a:endParaRPr dirty="0">
              <a:solidFill>
                <a:srgbClr val="334155"/>
              </a:solidFill>
              <a:latin typeface="Inter"/>
              <a:ea typeface="Inter"/>
            </a:endParaRPr>
          </a:p>
        </p:txBody>
      </p:sp>
      <p:sp>
        <p:nvSpPr>
          <p:cNvPr id="10" name="Google Shape;110;p15">
            <a:extLst>
              <a:ext uri="{FF2B5EF4-FFF2-40B4-BE49-F238E27FC236}">
                <a16:creationId xmlns:a16="http://schemas.microsoft.com/office/drawing/2014/main" id="{EA5B4FCA-34D8-0227-38FB-5B9B3B00AF85}"/>
              </a:ext>
            </a:extLst>
          </p:cNvPr>
          <p:cNvSpPr txBox="1"/>
          <p:nvPr/>
        </p:nvSpPr>
        <p:spPr>
          <a:xfrm>
            <a:off x="1885950" y="4341317"/>
            <a:ext cx="10572750" cy="1286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 b="1" dirty="0" err="1">
                <a:solidFill>
                  <a:srgbClr val="334155"/>
                </a:solidFill>
                <a:latin typeface="Inter"/>
                <a:ea typeface="Inter"/>
                <a:sym typeface="Inter SemiBold"/>
              </a:rPr>
              <a:t>Fehlertoleranz</a:t>
            </a:r>
            <a:r>
              <a:rPr lang="en-US" sz="1600" b="1" dirty="0">
                <a:solidFill>
                  <a:srgbClr val="334155"/>
                </a:solidFill>
                <a:latin typeface="Inter"/>
                <a:ea typeface="Inter"/>
                <a:sym typeface="Inter SemiBold"/>
              </a:rPr>
              <a:t> &amp; Logging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4155"/>
                </a:solidFill>
                <a:latin typeface="Inter"/>
                <a:ea typeface="Inter"/>
                <a:sym typeface="Inter SemiBold"/>
              </a:rPr>
              <a:t>Validierung von Titeln und Datumsformaten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4155"/>
                </a:solidFill>
                <a:latin typeface="Inter"/>
                <a:ea typeface="Inter"/>
                <a:sym typeface="Inter SemiBold"/>
              </a:rPr>
              <a:t>Überspringen ungültiger Zeilen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4155"/>
                </a:solidFill>
                <a:latin typeface="Inter"/>
                <a:ea typeface="Inter"/>
                <a:sym typeface="Inter SemiBold"/>
              </a:rPr>
              <a:t>Automatische Dokumentation im Log und "</a:t>
            </a:r>
            <a:r>
              <a:rPr lang="de-DE" dirty="0" err="1">
                <a:solidFill>
                  <a:srgbClr val="334155"/>
                </a:solidFill>
                <a:latin typeface="Inter"/>
                <a:ea typeface="Inter"/>
                <a:sym typeface="Inter SemiBold"/>
              </a:rPr>
              <a:t>Skipped</a:t>
            </a:r>
            <a:r>
              <a:rPr lang="de-DE" dirty="0">
                <a:solidFill>
                  <a:srgbClr val="334155"/>
                </a:solidFill>
                <a:latin typeface="Inter"/>
                <a:ea typeface="Inter"/>
                <a:sym typeface="Inter SemiBold"/>
              </a:rPr>
              <a:t>"-Sheet</a:t>
            </a:r>
            <a:endParaRPr lang="en-US" dirty="0">
              <a:solidFill>
                <a:srgbClr val="334155"/>
              </a:solidFill>
              <a:latin typeface="Inter"/>
              <a:ea typeface="Inter"/>
              <a:sym typeface="Inter SemiBold"/>
            </a:endParaRPr>
          </a:p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pic>
        <p:nvPicPr>
          <p:cNvPr id="11" name="Google Shape;111;p15" descr="image.png">
            <a:extLst>
              <a:ext uri="{FF2B5EF4-FFF2-40B4-BE49-F238E27FC236}">
                <a16:creationId xmlns:a16="http://schemas.microsoft.com/office/drawing/2014/main" id="{51056825-6245-CDD8-E249-16A76036B2F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09700" y="2550021"/>
            <a:ext cx="266700" cy="2762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</p:pic>
      <p:pic>
        <p:nvPicPr>
          <p:cNvPr id="12" name="Google Shape;112;p15" descr="image.png">
            <a:extLst>
              <a:ext uri="{FF2B5EF4-FFF2-40B4-BE49-F238E27FC236}">
                <a16:creationId xmlns:a16="http://schemas.microsoft.com/office/drawing/2014/main" id="{AD913596-94B7-215F-C61A-18430B5F685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09700" y="3462338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13;p15" descr="image.png">
            <a:extLst>
              <a:ext uri="{FF2B5EF4-FFF2-40B4-BE49-F238E27FC236}">
                <a16:creationId xmlns:a16="http://schemas.microsoft.com/office/drawing/2014/main" id="{7688A945-D2C4-114D-BCF4-52A256EE0B4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09700" y="4479849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A9ACE875-AECC-F147-596F-B887C24EF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descr="image.png">
            <a:extLst>
              <a:ext uri="{FF2B5EF4-FFF2-40B4-BE49-F238E27FC236}">
                <a16:creationId xmlns:a16="http://schemas.microsoft.com/office/drawing/2014/main" id="{D87EC260-2C0D-035C-47AA-1DF2CD5A6C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>
            <a:extLst>
              <a:ext uri="{FF2B5EF4-FFF2-40B4-BE49-F238E27FC236}">
                <a16:creationId xmlns:a16="http://schemas.microsoft.com/office/drawing/2014/main" id="{1C3B8A50-B2DD-395F-6E7A-C644AA6C1E1E}"/>
              </a:ext>
            </a:extLst>
          </p:cNvPr>
          <p:cNvSpPr txBox="1"/>
          <p:nvPr/>
        </p:nvSpPr>
        <p:spPr>
          <a:xfrm>
            <a:off x="809625" y="571500"/>
            <a:ext cx="1135141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1F3F"/>
                </a:solidFill>
                <a:latin typeface="Urbanist"/>
                <a:ea typeface="Urbanist"/>
                <a:cs typeface="Urbanist"/>
                <a:sym typeface="Urbanist"/>
              </a:rPr>
              <a:t>Pipeline</a:t>
            </a:r>
            <a:endParaRPr dirty="0"/>
          </a:p>
        </p:txBody>
      </p:sp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F5D5097C-21E5-697B-ABE1-263492B9AE72}"/>
              </a:ext>
            </a:extLst>
          </p:cNvPr>
          <p:cNvSpPr/>
          <p:nvPr/>
        </p:nvSpPr>
        <p:spPr>
          <a:xfrm>
            <a:off x="571500" y="571500"/>
            <a:ext cx="95250" cy="457200"/>
          </a:xfrm>
          <a:prstGeom prst="rect">
            <a:avLst/>
          </a:prstGeom>
          <a:solidFill>
            <a:srgbClr val="A7FF8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>
            <a:extLst>
              <a:ext uri="{FF2B5EF4-FFF2-40B4-BE49-F238E27FC236}">
                <a16:creationId xmlns:a16="http://schemas.microsoft.com/office/drawing/2014/main" id="{2481B110-3FA6-0B49-58F2-D6C988B83222}"/>
              </a:ext>
            </a:extLst>
          </p:cNvPr>
          <p:cNvSpPr txBox="1"/>
          <p:nvPr/>
        </p:nvSpPr>
        <p:spPr>
          <a:xfrm>
            <a:off x="1047750" y="2527250"/>
            <a:ext cx="105727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de-DE" sz="1600" b="1" dirty="0"/>
              <a:t>Automatisches Testen (</a:t>
            </a:r>
            <a:r>
              <a:rPr lang="de-DE" sz="1600" b="1" dirty="0" err="1"/>
              <a:t>Pytest</a:t>
            </a:r>
            <a:r>
              <a:rPr lang="de-DE" sz="1600" b="1" dirty="0"/>
              <a:t>)</a:t>
            </a:r>
            <a:endParaRPr lang="de-DE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Verifizierung von Logik &amp; Edge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Einsatz von Mock-Dataframes</a:t>
            </a:r>
          </a:p>
        </p:txBody>
      </p:sp>
      <p:sp>
        <p:nvSpPr>
          <p:cNvPr id="109" name="Google Shape;109;p15">
            <a:extLst>
              <a:ext uri="{FF2B5EF4-FFF2-40B4-BE49-F238E27FC236}">
                <a16:creationId xmlns:a16="http://schemas.microsoft.com/office/drawing/2014/main" id="{D0AC7BA0-A591-F403-2906-116DA4BDB68B}"/>
              </a:ext>
            </a:extLst>
          </p:cNvPr>
          <p:cNvSpPr txBox="1"/>
          <p:nvPr/>
        </p:nvSpPr>
        <p:spPr>
          <a:xfrm>
            <a:off x="1047750" y="3439566"/>
            <a:ext cx="10572750" cy="843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 err="1">
                <a:solidFill>
                  <a:srgbClr val="001F3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Zentrale</a:t>
            </a:r>
            <a:r>
              <a:rPr lang="en-US" sz="1425" b="0" i="0" u="none" strike="noStrike" cap="none" dirty="0">
                <a:solidFill>
                  <a:srgbClr val="001F3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425" b="0" i="0" u="none" strike="noStrike" cap="none" dirty="0" err="1">
                <a:solidFill>
                  <a:srgbClr val="001F3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Konfiguration</a:t>
            </a:r>
            <a:r>
              <a:rPr lang="en-US" sz="1425" b="0" i="0" u="none" strike="noStrike" cap="none" dirty="0">
                <a:solidFill>
                  <a:srgbClr val="001F3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(Config)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sz="1600" dirty="0"/>
              <a:t>Auslagerung von </a:t>
            </a:r>
            <a:r>
              <a:rPr lang="en-US" sz="1600" dirty="0" err="1"/>
              <a:t>Dateipfaden</a:t>
            </a:r>
            <a:endParaRPr lang="en-US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sz="1600" dirty="0"/>
              <a:t>Fixierte Spaltenindizes</a:t>
            </a:r>
            <a:endParaRPr sz="1600" dirty="0"/>
          </a:p>
        </p:txBody>
      </p:sp>
      <p:sp>
        <p:nvSpPr>
          <p:cNvPr id="110" name="Google Shape;110;p15">
            <a:extLst>
              <a:ext uri="{FF2B5EF4-FFF2-40B4-BE49-F238E27FC236}">
                <a16:creationId xmlns:a16="http://schemas.microsoft.com/office/drawing/2014/main" id="{F4D35E08-6961-A16A-8B0E-D4478CCE274A}"/>
              </a:ext>
            </a:extLst>
          </p:cNvPr>
          <p:cNvSpPr txBox="1"/>
          <p:nvPr/>
        </p:nvSpPr>
        <p:spPr>
          <a:xfrm>
            <a:off x="1047750" y="4351883"/>
            <a:ext cx="10572750" cy="1483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 err="1">
                <a:solidFill>
                  <a:srgbClr val="001F3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Fehlertoleranz</a:t>
            </a:r>
            <a:r>
              <a:rPr lang="en-US" sz="1425" b="0" i="0" u="none" strike="noStrike" cap="none" dirty="0">
                <a:solidFill>
                  <a:srgbClr val="001F3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&amp; Logging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ym typeface="Inter SemiBold"/>
              </a:rPr>
              <a:t>Validierung von Titeln und </a:t>
            </a:r>
            <a:r>
              <a:rPr lang="de-DE" sz="1600" dirty="0" err="1">
                <a:sym typeface="Inter SemiBold"/>
              </a:rPr>
              <a:t>DatumsformatenSauberes</a:t>
            </a:r>
            <a:r>
              <a:rPr lang="de-DE" sz="1600" dirty="0">
                <a:sym typeface="Inter SemiBold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ym typeface="Inter SemiBold"/>
              </a:rPr>
              <a:t>Überspringen ungültiger Zeilen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ym typeface="Inter SemiBold"/>
              </a:rPr>
              <a:t>Automatische Dokumentation im Log und "</a:t>
            </a:r>
            <a:r>
              <a:rPr lang="de-DE" sz="1600" dirty="0" err="1">
                <a:sym typeface="Inter SemiBold"/>
              </a:rPr>
              <a:t>Skipped</a:t>
            </a:r>
            <a:r>
              <a:rPr lang="de-DE" sz="1600" dirty="0">
                <a:sym typeface="Inter SemiBold"/>
              </a:rPr>
              <a:t>"-Sheet</a:t>
            </a:r>
            <a:endParaRPr lang="en-US" sz="1600" dirty="0">
              <a:sym typeface="Inter SemiBold"/>
            </a:endParaRPr>
          </a:p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pic>
        <p:nvPicPr>
          <p:cNvPr id="7" name="Google Shape;105;p15" descr="image.png">
            <a:extLst>
              <a:ext uri="{FF2B5EF4-FFF2-40B4-BE49-F238E27FC236}">
                <a16:creationId xmlns:a16="http://schemas.microsoft.com/office/drawing/2014/main" id="{8CA02035-4507-5A7D-7806-BB7A04159D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35289"/>
            <a:ext cx="11204448" cy="473517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88;p13">
            <a:extLst>
              <a:ext uri="{FF2B5EF4-FFF2-40B4-BE49-F238E27FC236}">
                <a16:creationId xmlns:a16="http://schemas.microsoft.com/office/drawing/2014/main" id="{18EFEAFC-3814-AD40-E7ED-F538BB9BC2AD}"/>
              </a:ext>
            </a:extLst>
          </p:cNvPr>
          <p:cNvSpPr/>
          <p:nvPr/>
        </p:nvSpPr>
        <p:spPr>
          <a:xfrm>
            <a:off x="1238250" y="2789187"/>
            <a:ext cx="9715500" cy="381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90;p13" descr="image.png">
            <a:extLst>
              <a:ext uri="{FF2B5EF4-FFF2-40B4-BE49-F238E27FC236}">
                <a16:creationId xmlns:a16="http://schemas.microsoft.com/office/drawing/2014/main" id="{9E907592-2E35-3B91-E178-E59EF4835B0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23975" y="2551062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91;p13">
            <a:extLst>
              <a:ext uri="{FF2B5EF4-FFF2-40B4-BE49-F238E27FC236}">
                <a16:creationId xmlns:a16="http://schemas.microsoft.com/office/drawing/2014/main" id="{40008B7C-5372-E54D-D5B6-75E1A6090D4E}"/>
              </a:ext>
            </a:extLst>
          </p:cNvPr>
          <p:cNvSpPr txBox="1"/>
          <p:nvPr/>
        </p:nvSpPr>
        <p:spPr>
          <a:xfrm>
            <a:off x="1217533" y="3855987"/>
            <a:ext cx="1070133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001F3F"/>
                </a:solidFill>
                <a:latin typeface="Inter SemiBold"/>
                <a:ea typeface="Inter SemiBold"/>
                <a:sym typeface="Playfair Display"/>
              </a:rPr>
              <a:t>1. </a:t>
            </a:r>
            <a:r>
              <a:rPr lang="en-US" sz="1425" dirty="0" err="1">
                <a:solidFill>
                  <a:srgbClr val="001F3F"/>
                </a:solidFill>
                <a:latin typeface="Inter SemiBold"/>
                <a:ea typeface="Inter SemiBold"/>
                <a:sym typeface="Playfair Display"/>
              </a:rPr>
              <a:t>Einlesen</a:t>
            </a:r>
            <a:endParaRPr sz="1425" dirty="0">
              <a:solidFill>
                <a:srgbClr val="001F3F"/>
              </a:solidFill>
              <a:latin typeface="Inter SemiBold"/>
              <a:ea typeface="Inter SemiBold"/>
            </a:endParaRPr>
          </a:p>
        </p:txBody>
      </p:sp>
      <p:sp>
        <p:nvSpPr>
          <p:cNvPr id="32" name="Google Shape;92;p13">
            <a:extLst>
              <a:ext uri="{FF2B5EF4-FFF2-40B4-BE49-F238E27FC236}">
                <a16:creationId xmlns:a16="http://schemas.microsoft.com/office/drawing/2014/main" id="{8A0101E9-ED4D-A2AC-E7B4-DA28A495A709}"/>
              </a:ext>
            </a:extLst>
          </p:cNvPr>
          <p:cNvSpPr txBox="1"/>
          <p:nvPr/>
        </p:nvSpPr>
        <p:spPr>
          <a:xfrm>
            <a:off x="857250" y="4427487"/>
            <a:ext cx="1790700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Einmaliges</a:t>
            </a:r>
            <a:r>
              <a:rPr lang="en-US" sz="1125" b="0" i="0" u="none" strike="noStrike" cap="non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Öffnen</a:t>
            </a:r>
            <a:r>
              <a:rPr lang="en-US" sz="1125" b="0" i="0" u="none" strike="noStrike" cap="non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via </a:t>
            </a:r>
            <a:r>
              <a:rPr lang="en-US" sz="1125" b="1" i="0" u="none" strike="noStrike" cap="none" dirty="0" err="1">
                <a:solidFill>
                  <a:srgbClr val="C5A059"/>
                </a:solidFill>
                <a:latin typeface="Inter"/>
                <a:ea typeface="Inter"/>
                <a:cs typeface="Inter"/>
                <a:sym typeface="Inter"/>
              </a:rPr>
              <a:t>pd.ExcelFile</a:t>
            </a:r>
            <a:endParaRPr dirty="0"/>
          </a:p>
        </p:txBody>
      </p:sp>
      <p:pic>
        <p:nvPicPr>
          <p:cNvPr id="33" name="Google Shape;93;p13" descr="image.png">
            <a:extLst>
              <a:ext uri="{FF2B5EF4-FFF2-40B4-BE49-F238E27FC236}">
                <a16:creationId xmlns:a16="http://schemas.microsoft.com/office/drawing/2014/main" id="{5B5CA3EF-2FD8-48C8-121E-29B07778364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95675" y="2551062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94;p13">
            <a:extLst>
              <a:ext uri="{FF2B5EF4-FFF2-40B4-BE49-F238E27FC236}">
                <a16:creationId xmlns:a16="http://schemas.microsoft.com/office/drawing/2014/main" id="{F0399ED9-01B6-4C88-21E9-3CFED3857E70}"/>
              </a:ext>
            </a:extLst>
          </p:cNvPr>
          <p:cNvSpPr txBox="1"/>
          <p:nvPr/>
        </p:nvSpPr>
        <p:spPr>
          <a:xfrm>
            <a:off x="3224212" y="3855987"/>
            <a:ext cx="140017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dirty="0">
                <a:solidFill>
                  <a:srgbClr val="001F3F"/>
                </a:solidFill>
                <a:latin typeface="Inter SemiBold"/>
                <a:ea typeface="Inter SemiBold"/>
                <a:sym typeface="Playfair Display"/>
              </a:rPr>
              <a:t>2. </a:t>
            </a:r>
            <a:r>
              <a:rPr lang="en-US" sz="1425" dirty="0" err="1">
                <a:solidFill>
                  <a:srgbClr val="001F3F"/>
                </a:solidFill>
                <a:latin typeface="Inter SemiBold"/>
                <a:ea typeface="Inter SemiBold"/>
                <a:sym typeface="Playfair Display"/>
              </a:rPr>
              <a:t>Validierung</a:t>
            </a:r>
            <a:endParaRPr sz="1425" dirty="0">
              <a:solidFill>
                <a:srgbClr val="001F3F"/>
              </a:solidFill>
              <a:latin typeface="Inter SemiBold"/>
              <a:ea typeface="Inter SemiBold"/>
            </a:endParaRPr>
          </a:p>
        </p:txBody>
      </p:sp>
      <p:sp>
        <p:nvSpPr>
          <p:cNvPr id="35" name="Google Shape;95;p13">
            <a:extLst>
              <a:ext uri="{FF2B5EF4-FFF2-40B4-BE49-F238E27FC236}">
                <a16:creationId xmlns:a16="http://schemas.microsoft.com/office/drawing/2014/main" id="{5C765A26-2EEE-7548-5EF6-3CA24865AF97}"/>
              </a:ext>
            </a:extLst>
          </p:cNvPr>
          <p:cNvSpPr txBox="1"/>
          <p:nvPr/>
        </p:nvSpPr>
        <p:spPr>
          <a:xfrm>
            <a:off x="3028950" y="4427487"/>
            <a:ext cx="1790700" cy="779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Frühzeitiges</a:t>
            </a:r>
            <a:r>
              <a:rPr lang="en-US" sz="1125" b="0" i="0" u="none" strike="noStrike" cap="non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Filtern</a:t>
            </a:r>
            <a:r>
              <a:rPr lang="en-US" sz="1125" b="0" i="0" u="none" strike="noStrike" cap="non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: Prüfung auf </a:t>
            </a:r>
            <a:r>
              <a:rPr lang="en-US" sz="1125" b="0" i="0" u="none" strike="noStrike" cap="non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fehlende</a:t>
            </a:r>
            <a:r>
              <a:rPr lang="en-US" sz="1125" b="0" i="0" u="none" strike="noStrike" cap="non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Daten</a:t>
            </a:r>
            <a:r>
              <a:rPr lang="en-US" sz="1125" b="0" i="0" u="none" strike="noStrike" cap="non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/Titel.</a:t>
            </a:r>
            <a:endParaRPr dirty="0"/>
          </a:p>
        </p:txBody>
      </p:sp>
      <p:pic>
        <p:nvPicPr>
          <p:cNvPr id="36" name="Google Shape;96;p13" descr="image.png">
            <a:extLst>
              <a:ext uri="{FF2B5EF4-FFF2-40B4-BE49-F238E27FC236}">
                <a16:creationId xmlns:a16="http://schemas.microsoft.com/office/drawing/2014/main" id="{BC5E3F49-1177-28F8-9AD9-8C4E399A64A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7375" y="2551062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97;p13">
            <a:extLst>
              <a:ext uri="{FF2B5EF4-FFF2-40B4-BE49-F238E27FC236}">
                <a16:creationId xmlns:a16="http://schemas.microsoft.com/office/drawing/2014/main" id="{4C25A666-BA24-1F5C-06FB-93770F7B1955}"/>
              </a:ext>
            </a:extLst>
          </p:cNvPr>
          <p:cNvSpPr txBox="1"/>
          <p:nvPr/>
        </p:nvSpPr>
        <p:spPr>
          <a:xfrm>
            <a:off x="5545931" y="3855987"/>
            <a:ext cx="1100137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dirty="0">
                <a:solidFill>
                  <a:srgbClr val="001F3F"/>
                </a:solidFill>
                <a:latin typeface="Inter SemiBold"/>
                <a:ea typeface="Inter SemiBold"/>
                <a:sym typeface="Playfair Display"/>
              </a:rPr>
              <a:t>3. </a:t>
            </a:r>
            <a:r>
              <a:rPr lang="en-US" sz="1425" dirty="0" err="1">
                <a:solidFill>
                  <a:srgbClr val="001F3F"/>
                </a:solidFill>
                <a:latin typeface="Inter SemiBold"/>
                <a:ea typeface="Inter SemiBold"/>
                <a:sym typeface="Playfair Display"/>
              </a:rPr>
              <a:t>Abgleich</a:t>
            </a:r>
            <a:endParaRPr sz="1425" dirty="0">
              <a:solidFill>
                <a:srgbClr val="001F3F"/>
              </a:solidFill>
              <a:latin typeface="Inter SemiBold"/>
              <a:ea typeface="Inter SemiBold"/>
            </a:endParaRPr>
          </a:p>
        </p:txBody>
      </p:sp>
      <p:sp>
        <p:nvSpPr>
          <p:cNvPr id="38" name="Google Shape;98;p13">
            <a:extLst>
              <a:ext uri="{FF2B5EF4-FFF2-40B4-BE49-F238E27FC236}">
                <a16:creationId xmlns:a16="http://schemas.microsoft.com/office/drawing/2014/main" id="{83DA7FCA-84FA-D69C-AB66-3A18C24B6860}"/>
              </a:ext>
            </a:extLst>
          </p:cNvPr>
          <p:cNvSpPr txBox="1"/>
          <p:nvPr/>
        </p:nvSpPr>
        <p:spPr>
          <a:xfrm>
            <a:off x="5200650" y="4427487"/>
            <a:ext cx="1790700" cy="779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Mapping von </a:t>
            </a:r>
            <a:r>
              <a:rPr lang="en-US" sz="1125" b="0" i="0" u="none" strike="noStrike" cap="non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Titeln</a:t>
            </a:r>
            <a:r>
              <a:rPr lang="en-US" sz="1125" b="0" i="0" u="none" strike="noStrike" cap="non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auf </a:t>
            </a:r>
            <a:r>
              <a:rPr lang="en-US" sz="1125" b="0" i="0" u="none" strike="noStrike" cap="non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Startzellen</a:t>
            </a:r>
            <a:r>
              <a:rPr lang="en-US" sz="1125" b="0" i="0" u="none" strike="noStrike" cap="non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125" b="0" i="0" u="none" strike="noStrike" cap="non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Extraktion</a:t>
            </a:r>
            <a:r>
              <a:rPr lang="en-US" sz="1125" b="0" i="0" u="none" strike="noStrike" cap="non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von 4 </a:t>
            </a:r>
            <a:r>
              <a:rPr lang="en-US" sz="1125" b="0" i="0" u="none" strike="noStrike" cap="non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Metriken</a:t>
            </a:r>
            <a:r>
              <a:rPr lang="en-US" sz="1125" b="0" i="0" u="none" strike="noStrike" cap="non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39" name="Google Shape;99;p13" descr="image.png">
            <a:extLst>
              <a:ext uri="{FF2B5EF4-FFF2-40B4-BE49-F238E27FC236}">
                <a16:creationId xmlns:a16="http://schemas.microsoft.com/office/drawing/2014/main" id="{D24FDDA4-383B-EAF8-44CB-5307309476F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9075" y="2551062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100;p13">
            <a:extLst>
              <a:ext uri="{FF2B5EF4-FFF2-40B4-BE49-F238E27FC236}">
                <a16:creationId xmlns:a16="http://schemas.microsoft.com/office/drawing/2014/main" id="{BEFF2902-6BB0-18D1-A3FD-5456D0DC02CB}"/>
              </a:ext>
            </a:extLst>
          </p:cNvPr>
          <p:cNvSpPr txBox="1"/>
          <p:nvPr/>
        </p:nvSpPr>
        <p:spPr>
          <a:xfrm>
            <a:off x="7637621" y="3855987"/>
            <a:ext cx="1260157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dirty="0">
                <a:solidFill>
                  <a:srgbClr val="001F3F"/>
                </a:solidFill>
                <a:latin typeface="Inter SemiBold"/>
                <a:ea typeface="Inter SemiBold"/>
                <a:sym typeface="Playfair Display"/>
              </a:rPr>
              <a:t>4. </a:t>
            </a:r>
            <a:r>
              <a:rPr lang="en-US" sz="1425" dirty="0" err="1">
                <a:solidFill>
                  <a:srgbClr val="001F3F"/>
                </a:solidFill>
                <a:latin typeface="Inter SemiBold"/>
                <a:ea typeface="Inter SemiBold"/>
                <a:sym typeface="Playfair Display"/>
              </a:rPr>
              <a:t>Schreiben</a:t>
            </a:r>
            <a:endParaRPr sz="1425" dirty="0">
              <a:solidFill>
                <a:srgbClr val="001F3F"/>
              </a:solidFill>
              <a:latin typeface="Inter SemiBold"/>
              <a:ea typeface="Inter SemiBold"/>
            </a:endParaRPr>
          </a:p>
        </p:txBody>
      </p:sp>
      <p:sp>
        <p:nvSpPr>
          <p:cNvPr id="41" name="Google Shape;101;p13">
            <a:extLst>
              <a:ext uri="{FF2B5EF4-FFF2-40B4-BE49-F238E27FC236}">
                <a16:creationId xmlns:a16="http://schemas.microsoft.com/office/drawing/2014/main" id="{53B5BC1A-2CBD-0535-4795-8F5BF0A0900B}"/>
              </a:ext>
            </a:extLst>
          </p:cNvPr>
          <p:cNvSpPr txBox="1"/>
          <p:nvPr/>
        </p:nvSpPr>
        <p:spPr>
          <a:xfrm>
            <a:off x="7372350" y="4427487"/>
            <a:ext cx="1790700" cy="779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Injezieren</a:t>
            </a:r>
            <a:r>
              <a:rPr lang="en-US" sz="1125" b="0" i="0" u="none" strike="noStrike" cap="non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125" b="0" i="0" u="none" strike="noStrike" cap="non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Spalten</a:t>
            </a:r>
            <a:r>
              <a:rPr lang="en-US" sz="1125" b="0" i="0" u="none" strike="noStrike" cap="non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D–G) via </a:t>
            </a:r>
            <a:r>
              <a:rPr lang="en-US" sz="1125" b="1" i="0" u="none" strike="noStrike" cap="none" dirty="0" err="1">
                <a:solidFill>
                  <a:srgbClr val="C5A059"/>
                </a:solidFill>
                <a:latin typeface="Inter"/>
                <a:ea typeface="Inter"/>
                <a:cs typeface="Inter"/>
                <a:sym typeface="Inter"/>
              </a:rPr>
              <a:t>openpyxl</a:t>
            </a:r>
            <a:r>
              <a:rPr lang="en-US" sz="1125" b="0" i="0" u="none" strike="noStrike" cap="non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. „Skipped“-Sheet.</a:t>
            </a:r>
            <a:endParaRPr dirty="0"/>
          </a:p>
        </p:txBody>
      </p:sp>
      <p:pic>
        <p:nvPicPr>
          <p:cNvPr id="42" name="Google Shape;102;p13" descr="image.png">
            <a:extLst>
              <a:ext uri="{FF2B5EF4-FFF2-40B4-BE49-F238E27FC236}">
                <a16:creationId xmlns:a16="http://schemas.microsoft.com/office/drawing/2014/main" id="{56D1B3C5-BA22-98AE-A2DB-4E443D0C00C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0775" y="2551062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103;p13">
            <a:extLst>
              <a:ext uri="{FF2B5EF4-FFF2-40B4-BE49-F238E27FC236}">
                <a16:creationId xmlns:a16="http://schemas.microsoft.com/office/drawing/2014/main" id="{92EB170B-3360-A801-6CAA-8FF9576C8623}"/>
              </a:ext>
            </a:extLst>
          </p:cNvPr>
          <p:cNvSpPr txBox="1"/>
          <p:nvPr/>
        </p:nvSpPr>
        <p:spPr>
          <a:xfrm>
            <a:off x="9819322" y="3855987"/>
            <a:ext cx="124015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dirty="0">
                <a:solidFill>
                  <a:srgbClr val="001F3F"/>
                </a:solidFill>
                <a:latin typeface="Inter SemiBold"/>
                <a:ea typeface="Inter SemiBold"/>
                <a:sym typeface="Playfair Display"/>
              </a:rPr>
              <a:t>5. </a:t>
            </a:r>
            <a:r>
              <a:rPr lang="en-US" sz="1425" dirty="0" err="1">
                <a:solidFill>
                  <a:srgbClr val="001F3F"/>
                </a:solidFill>
                <a:latin typeface="Inter SemiBold"/>
                <a:ea typeface="Inter SemiBold"/>
                <a:sym typeface="Playfair Display"/>
              </a:rPr>
              <a:t>Speichern</a:t>
            </a:r>
            <a:endParaRPr sz="1425" dirty="0">
              <a:solidFill>
                <a:srgbClr val="001F3F"/>
              </a:solidFill>
              <a:latin typeface="Inter SemiBold"/>
              <a:ea typeface="Inter SemiBold"/>
            </a:endParaRPr>
          </a:p>
        </p:txBody>
      </p:sp>
      <p:sp>
        <p:nvSpPr>
          <p:cNvPr id="44" name="Google Shape;104;p13">
            <a:extLst>
              <a:ext uri="{FF2B5EF4-FFF2-40B4-BE49-F238E27FC236}">
                <a16:creationId xmlns:a16="http://schemas.microsoft.com/office/drawing/2014/main" id="{E5D54169-03E6-C8BD-C778-C1BD6B495373}"/>
              </a:ext>
            </a:extLst>
          </p:cNvPr>
          <p:cNvSpPr txBox="1"/>
          <p:nvPr/>
        </p:nvSpPr>
        <p:spPr>
          <a:xfrm>
            <a:off x="9544050" y="4427487"/>
            <a:ext cx="1790700" cy="259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Export </a:t>
            </a:r>
            <a:r>
              <a:rPr lang="en-US" sz="1125" b="0" i="0" u="none" strike="noStrike" cap="non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als</a:t>
            </a:r>
            <a:r>
              <a:rPr lang="en-US" sz="1125" b="0" i="0" u="none" strike="noStrike" cap="non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1" i="0" u="none" strike="noStrike" cap="none" dirty="0">
                <a:solidFill>
                  <a:srgbClr val="C5A059"/>
                </a:solidFill>
                <a:latin typeface="Inter"/>
                <a:ea typeface="Inter"/>
                <a:cs typeface="Inter"/>
                <a:sym typeface="Inter"/>
              </a:rPr>
              <a:t>output.xlsx</a:t>
            </a:r>
            <a:r>
              <a:rPr lang="en-US" sz="1125" b="0" i="0" u="none" strike="noStrike" cap="non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endParaRPr dirty="0"/>
          </a:p>
        </p:txBody>
      </p:sp>
      <p:pic>
        <p:nvPicPr>
          <p:cNvPr id="45" name="Google Shape;105;p13" descr="image.png">
            <a:extLst>
              <a:ext uri="{FF2B5EF4-FFF2-40B4-BE49-F238E27FC236}">
                <a16:creationId xmlns:a16="http://schemas.microsoft.com/office/drawing/2014/main" id="{B1511789-0201-3319-7BF2-F95A069DBD9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38300" y="286538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106;p13" descr="image.png">
            <a:extLst>
              <a:ext uri="{FF2B5EF4-FFF2-40B4-BE49-F238E27FC236}">
                <a16:creationId xmlns:a16="http://schemas.microsoft.com/office/drawing/2014/main" id="{A1B1B83E-E9F3-5F8A-2FC0-44C44E1C205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81700" y="286538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107;p13" descr="image.png">
            <a:extLst>
              <a:ext uri="{FF2B5EF4-FFF2-40B4-BE49-F238E27FC236}">
                <a16:creationId xmlns:a16="http://schemas.microsoft.com/office/drawing/2014/main" id="{4949C71B-216E-FCB1-794B-C30FF98062F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53400" y="286538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108;p13" descr="image.png">
            <a:extLst>
              <a:ext uri="{FF2B5EF4-FFF2-40B4-BE49-F238E27FC236}">
                <a16:creationId xmlns:a16="http://schemas.microsoft.com/office/drawing/2014/main" id="{D4E25632-7B82-7047-B3B9-99F2E35D4491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339387" y="2865387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106;p13" descr="image.png">
            <a:extLst>
              <a:ext uri="{FF2B5EF4-FFF2-40B4-BE49-F238E27FC236}">
                <a16:creationId xmlns:a16="http://schemas.microsoft.com/office/drawing/2014/main" id="{6B796B7E-7099-09A6-9052-897E9A7FCB8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09999" y="2865387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72273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972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295275" y="1720304"/>
            <a:ext cx="11601450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A7FF83"/>
                </a:solidFill>
                <a:latin typeface="Urbanist"/>
                <a:ea typeface="Urbanist"/>
                <a:cs typeface="Urbanist"/>
                <a:sym typeface="Urbanist"/>
              </a:rPr>
              <a:t>Code Walkthrough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571500" y="3888134"/>
            <a:ext cx="11049000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chemeClr val="bg1">
                    <a:lumMod val="6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Repository </a:t>
            </a:r>
            <a:r>
              <a:rPr lang="en-US" sz="1425" b="0" i="0" u="none" strike="noStrike" cap="none" dirty="0" err="1">
                <a:solidFill>
                  <a:schemeClr val="bg1">
                    <a:lumMod val="6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Struktur</a:t>
            </a:r>
            <a:r>
              <a:rPr lang="en-US" sz="1425" b="0" i="0" u="none" strike="noStrike" cap="none" dirty="0">
                <a:solidFill>
                  <a:schemeClr val="bg1">
                    <a:lumMod val="6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&amp; Setup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571500" y="4327364"/>
            <a:ext cx="11049000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10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chemeClr val="bg1">
                    <a:lumMod val="6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Core Logic (`fill_excel.py`)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571500" y="4766595"/>
            <a:ext cx="11049000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chemeClr val="bg1">
                    <a:lumMod val="6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Test Suite (`test_fill_excel.py`)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24" name="Google Shape;12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3575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415730"/>
            <a:ext cx="2286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895701"/>
            <a:ext cx="1809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</Words>
  <Application>Microsoft Office PowerPoint</Application>
  <PresentationFormat>Widescreen</PresentationFormat>
  <Paragraphs>56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Urbanist</vt:lpstr>
      <vt:lpstr>Inter SemiBold</vt:lpstr>
      <vt:lpstr>Inter</vt:lpstr>
      <vt:lpstr>Calibri</vt:lpstr>
      <vt:lpstr>Inter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Stefan Sick</cp:lastModifiedBy>
  <cp:revision>1</cp:revision>
  <dcterms:modified xsi:type="dcterms:W3CDTF">2026-05-27T08:10:17Z</dcterms:modified>
</cp:coreProperties>
</file>